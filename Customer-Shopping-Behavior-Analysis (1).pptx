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  <p:embeddedFont>
      <p:font typeface="DM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across product categories to guide strategic business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218" y="622340"/>
            <a:ext cx="5644515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90218" y="1666518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3580" y="1899880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3580" y="2387918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Transactions analyzed across multiple categories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0218" y="3208139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3580" y="3441502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 Features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3580" y="3929539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Demographics, purchase details, and behavior data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0218" y="4749760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3580" y="4983123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50 Locations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3580" y="5471160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Geographic distribution of customer base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0218" y="6291382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23580" y="6524744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 Missing Values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23580" y="7012781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ratings imputed by category median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83430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&amp; Cleaning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Checked structure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ratings by category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 columns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Loaded cleaned data into PostgreSQL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611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Insights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71869"/>
            <a:ext cx="28648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181350"/>
            <a:ext cx="6244709" cy="34969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99521" y="2571869"/>
            <a:ext cx="33375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2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521" y="3181350"/>
            <a:ext cx="6244709" cy="34969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43789" y="3838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28755"/>
            <a:ext cx="3785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3,116 customers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7746"/>
            <a:ext cx="3785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purchasers driving core revenue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7717" y="4526161"/>
            <a:ext cx="339328" cy="339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7790" y="27028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937790" y="3193256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701 customers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9937790" y="3692247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Potential for increased engagement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44326" y="3142536"/>
            <a:ext cx="339328" cy="3393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37790" y="49739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9937790" y="5464373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 customers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9937790" y="5963364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Opportunity for conversion and retention</a:t>
            </a:r>
            <a:endParaRPr lang="en-US" sz="17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44326" y="5909786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073" y="459700"/>
            <a:ext cx="4602480" cy="522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Performance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585073" y="1048822"/>
            <a:ext cx="2684621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Products by Rating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073" y="1560671"/>
            <a:ext cx="13460254" cy="75377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6114"/>
            <a:ext cx="96619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 &amp; Subscription Patterns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71869"/>
            <a:ext cx="44143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Discount-Dependent Products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181350"/>
            <a:ext cx="6244709" cy="34969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99521" y="2571869"/>
            <a:ext cx="46501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 vs. Non-Subscribers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599521" y="3181350"/>
            <a:ext cx="6244709" cy="1966198"/>
          </a:xfrm>
          <a:prstGeom prst="roundRect">
            <a:avLst>
              <a:gd name="adj" fmla="val 484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07141" y="3188970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834074" y="3332678"/>
            <a:ext cx="20343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Status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29624" y="3332678"/>
            <a:ext cx="14075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2198429" y="3332678"/>
            <a:ext cx="141136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Spend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607141" y="3839289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834074" y="3982998"/>
            <a:ext cx="20343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29624" y="3982998"/>
            <a:ext cx="14075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1,053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2198429" y="3982998"/>
            <a:ext cx="141136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$59.49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7607141" y="4489609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834074" y="4633317"/>
            <a:ext cx="20343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Non-Subscribers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10329624" y="4633317"/>
            <a:ext cx="14075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2,847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12198429" y="4633317"/>
            <a:ext cx="141136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$59.87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1127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&amp; Purchase Behavior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68999"/>
            <a:ext cx="3664744" cy="2229803"/>
          </a:xfrm>
          <a:prstGeom prst="roundRect">
            <a:avLst>
              <a:gd name="adj" fmla="val 6561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49710" y="2468999"/>
            <a:ext cx="121920" cy="2229803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6" name="Text 3"/>
          <p:cNvSpPr/>
          <p:nvPr/>
        </p:nvSpPr>
        <p:spPr>
          <a:xfrm>
            <a:off x="6628924" y="27262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628924" y="3216712"/>
            <a:ext cx="30587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purchase: $58.46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628924" y="3715703"/>
            <a:ext cx="30587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common choice among customers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171748" y="2468999"/>
            <a:ext cx="3664863" cy="2229803"/>
          </a:xfrm>
          <a:prstGeom prst="roundRect">
            <a:avLst>
              <a:gd name="adj" fmla="val 6561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141268" y="2468999"/>
            <a:ext cx="121920" cy="2229803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11" name="Text 8"/>
          <p:cNvSpPr/>
          <p:nvPr/>
        </p:nvSpPr>
        <p:spPr>
          <a:xfrm>
            <a:off x="10520482" y="27262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520482" y="3216712"/>
            <a:ext cx="30588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purchase: $60.48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520482" y="3715703"/>
            <a:ext cx="30588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Higher-value transactions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6280190" y="4925616"/>
            <a:ext cx="3664744" cy="2592705"/>
          </a:xfrm>
          <a:prstGeom prst="roundRect">
            <a:avLst>
              <a:gd name="adj" fmla="val 5643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49710" y="4925616"/>
            <a:ext cx="121920" cy="2592705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16" name="Text 13"/>
          <p:cNvSpPr/>
          <p:nvPr/>
        </p:nvSpPr>
        <p:spPr>
          <a:xfrm>
            <a:off x="6628924" y="51829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Free Shipping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628924" y="5673328"/>
            <a:ext cx="30587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popular option (675 orders)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6628924" y="6535222"/>
            <a:ext cx="30587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driver of purchase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925" y="578168"/>
            <a:ext cx="7599402" cy="65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35925" y="1655683"/>
            <a:ext cx="473035" cy="473035"/>
          </a:xfrm>
          <a:prstGeom prst="roundRect">
            <a:avLst>
              <a:gd name="adj" fmla="val 18670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4685" y="1695033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419225" y="1727954"/>
            <a:ext cx="267140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419225" y="2182654"/>
            <a:ext cx="124752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to increase subscriber base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5925" y="2939534"/>
            <a:ext cx="473035" cy="473035"/>
          </a:xfrm>
          <a:prstGeom prst="roundRect">
            <a:avLst>
              <a:gd name="adj" fmla="val 18670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4685" y="2978884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450" dirty="0"/>
          </a:p>
        </p:txBody>
      </p:sp>
      <p:sp>
        <p:nvSpPr>
          <p:cNvPr id="9" name="Text 7"/>
          <p:cNvSpPr/>
          <p:nvPr/>
        </p:nvSpPr>
        <p:spPr>
          <a:xfrm>
            <a:off x="1419225" y="3011805"/>
            <a:ext cx="262842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1419225" y="3466505"/>
            <a:ext cx="124752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move customers into Loyal segment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35925" y="4223385"/>
            <a:ext cx="473035" cy="473035"/>
          </a:xfrm>
          <a:prstGeom prst="roundRect">
            <a:avLst>
              <a:gd name="adj" fmla="val 18670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4685" y="4262735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1419225" y="4295656"/>
            <a:ext cx="315539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1419225" y="4750356"/>
            <a:ext cx="124752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boosts with margin control on high-discount items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35925" y="5507236"/>
            <a:ext cx="473035" cy="473035"/>
          </a:xfrm>
          <a:prstGeom prst="roundRect">
            <a:avLst>
              <a:gd name="adj" fmla="val 18670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4685" y="5546586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450" dirty="0"/>
          </a:p>
        </p:txBody>
      </p:sp>
      <p:sp>
        <p:nvSpPr>
          <p:cNvPr id="17" name="Text 15"/>
          <p:cNvSpPr/>
          <p:nvPr/>
        </p:nvSpPr>
        <p:spPr>
          <a:xfrm>
            <a:off x="1419225" y="5579507"/>
            <a:ext cx="266723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1419225" y="6034207"/>
            <a:ext cx="124752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and best-selling products in campaigns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35925" y="6791087"/>
            <a:ext cx="473035" cy="473035"/>
          </a:xfrm>
          <a:prstGeom prst="roundRect">
            <a:avLst>
              <a:gd name="adj" fmla="val 18670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4685" y="6830437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450" dirty="0"/>
          </a:p>
        </p:txBody>
      </p:sp>
      <p:sp>
        <p:nvSpPr>
          <p:cNvPr id="21" name="Text 19"/>
          <p:cNvSpPr/>
          <p:nvPr/>
        </p:nvSpPr>
        <p:spPr>
          <a:xfrm>
            <a:off x="1419225" y="6863358"/>
            <a:ext cx="2651403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1419225" y="7318058"/>
            <a:ext cx="124752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and express-shipping users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73593"/>
            <a:ext cx="70685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&amp; Next Steps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12253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Power BI dashboard created for real-time insights and performance tracking.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103489"/>
            <a:ext cx="7556421" cy="2052518"/>
          </a:xfrm>
          <a:prstGeom prst="roundRect">
            <a:avLst>
              <a:gd name="adj" fmla="val 4642"/>
            </a:avLst>
          </a:prstGeom>
          <a:solidFill>
            <a:srgbClr val="F3E4B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04" y="4447580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0906" y="4386977"/>
            <a:ext cx="659249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Takeaway: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Leverage customer segmentation and product performance data to drive targeted marketing, optimize discount strategies, and increase subscription adoption for sustainable revenue growth.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2025-10-31T14:57:16Z</dcterms:created>
  <dcterms:modified xsi:type="dcterms:W3CDTF">2025-10-31T14:57:16Z</dcterms:modified>
</cp:coreProperties>
</file>